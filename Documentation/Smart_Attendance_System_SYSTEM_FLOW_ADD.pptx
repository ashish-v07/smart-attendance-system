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6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0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2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4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9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873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39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224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5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46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4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1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3577" y="20781"/>
            <a:ext cx="8915399" cy="1350819"/>
          </a:xfrm>
        </p:spPr>
        <p:txBody>
          <a:bodyPr/>
          <a:lstStyle/>
          <a:p>
            <a:r>
              <a:rPr dirty="0"/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3577" y="1371600"/>
            <a:ext cx="8915399" cy="1126283"/>
          </a:xfrm>
        </p:spPr>
        <p:txBody>
          <a:bodyPr>
            <a:normAutofit/>
          </a:bodyPr>
          <a:lstStyle/>
          <a:p>
            <a:r>
              <a:rPr dirty="0"/>
              <a:t>Using Face Recognition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73576" y="254393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 smtClean="0"/>
              <a:t>Institution Name</a:t>
            </a:r>
            <a:r>
              <a:rPr lang="en-IN" sz="2000" dirty="0" smtClean="0"/>
              <a:t>: Indus University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 smtClean="0"/>
              <a:t>Department</a:t>
            </a:r>
            <a:r>
              <a:rPr lang="en-IN" sz="2000" dirty="0" smtClean="0"/>
              <a:t>: IICT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 smtClean="0"/>
              <a:t>Course/Sem. : </a:t>
            </a:r>
            <a:r>
              <a:rPr lang="en-IN" sz="2000" dirty="0" smtClean="0"/>
              <a:t>MSC-IT / 3 - C</a:t>
            </a:r>
            <a:endParaRPr lang="en-IN" sz="2000" b="1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 smtClean="0"/>
              <a:t>Project Guide/Mentor</a:t>
            </a:r>
            <a:r>
              <a:rPr lang="en-IN" sz="2000" dirty="0" smtClean="0"/>
              <a:t>: Ms. </a:t>
            </a:r>
            <a:r>
              <a:rPr lang="en-IN" sz="2000" dirty="0" err="1" smtClean="0"/>
              <a:t>Archana</a:t>
            </a:r>
            <a:r>
              <a:rPr lang="en-IN" sz="2000" dirty="0" smtClean="0"/>
              <a:t> Srivastava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 smtClean="0"/>
              <a:t>Team Members:</a:t>
            </a:r>
            <a:r>
              <a:rPr lang="en-IN" sz="2000" dirty="0" smtClean="0"/>
              <a:t> 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 err="1" smtClean="0"/>
              <a:t>Yash</a:t>
            </a:r>
            <a:r>
              <a:rPr lang="en-IN" sz="2000" dirty="0" smtClean="0"/>
              <a:t> </a:t>
            </a:r>
            <a:r>
              <a:rPr lang="en-IN" sz="2000" dirty="0" err="1" smtClean="0"/>
              <a:t>Italiya</a:t>
            </a:r>
            <a:r>
              <a:rPr lang="en-IN" sz="2000" dirty="0" smtClean="0"/>
              <a:t>		             : [IU2554100005]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 smtClean="0"/>
              <a:t>  Ashish </a:t>
            </a:r>
            <a:r>
              <a:rPr lang="en-IN" sz="2000" dirty="0" err="1" smtClean="0"/>
              <a:t>Vaghasiya</a:t>
            </a:r>
            <a:r>
              <a:rPr lang="en-IN" sz="2000" dirty="0" smtClean="0"/>
              <a:t>		: [IU2554100015]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Overview</a:t>
            </a:r>
            <a:r>
              <a:rPr dirty="0"/>
              <a:t>: A modern, automated web-based application designed to streamline attendance tracking.</a:t>
            </a:r>
          </a:p>
          <a:p>
            <a:pPr lvl="1"/>
            <a:r>
              <a:rPr b="1" dirty="0"/>
              <a:t>Core Objective</a:t>
            </a:r>
            <a:r>
              <a:rPr dirty="0"/>
              <a:t>: Eliminate manual roll-calls and proxy attendance.</a:t>
            </a:r>
          </a:p>
          <a:p>
            <a:pPr lvl="1"/>
            <a:r>
              <a:rPr dirty="0"/>
              <a:t>Leverages advanced biometric face recognition and liveness detection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b="1" dirty="0"/>
              <a:t>Technology Stack</a:t>
            </a:r>
            <a:r>
              <a:rPr dirty="0" smtClean="0"/>
              <a:t>:</a:t>
            </a:r>
            <a:endParaRPr lang="en-US" dirty="0" smtClean="0"/>
          </a:p>
          <a:p>
            <a:pPr lvl="1"/>
            <a:r>
              <a:rPr lang="en-US" b="1" dirty="0" smtClean="0"/>
              <a:t>Frontend</a:t>
            </a:r>
            <a:r>
              <a:rPr lang="en-US" dirty="0" smtClean="0"/>
              <a:t>: HTML,CSS(BOOTSTRAP</a:t>
            </a:r>
            <a:r>
              <a:rPr lang="en-US" dirty="0" smtClean="0"/>
              <a:t>),</a:t>
            </a:r>
            <a:r>
              <a:rPr lang="en-US" dirty="0"/>
              <a:t>J</a:t>
            </a:r>
            <a:r>
              <a:rPr lang="en-US" dirty="0" smtClean="0"/>
              <a:t>S, AJAX</a:t>
            </a:r>
            <a:endParaRPr dirty="0"/>
          </a:p>
          <a:p>
            <a:pPr lvl="1"/>
            <a:r>
              <a:rPr b="1" dirty="0"/>
              <a:t>Backend</a:t>
            </a:r>
            <a:r>
              <a:rPr dirty="0"/>
              <a:t>: Python, Flask </a:t>
            </a:r>
            <a:r>
              <a:rPr dirty="0" smtClean="0"/>
              <a:t>Framework</a:t>
            </a:r>
            <a:endParaRPr dirty="0"/>
          </a:p>
          <a:p>
            <a:pPr lvl="1"/>
            <a:r>
              <a:rPr b="1" dirty="0"/>
              <a:t>Database</a:t>
            </a:r>
            <a:r>
              <a:rPr dirty="0"/>
              <a:t>: MySQL</a:t>
            </a:r>
          </a:p>
          <a:p>
            <a:pPr lvl="1"/>
            <a:r>
              <a:rPr b="1" dirty="0"/>
              <a:t>AI/CV Engine</a:t>
            </a:r>
            <a:r>
              <a:rPr dirty="0"/>
              <a:t>: </a:t>
            </a:r>
            <a:r>
              <a:rPr dirty="0" err="1" smtClean="0"/>
              <a:t>Open</a:t>
            </a:r>
            <a:r>
              <a:rPr lang="en-US" dirty="0" err="1" smtClean="0"/>
              <a:t>CV</a:t>
            </a:r>
            <a:r>
              <a:rPr dirty="0" smtClean="0"/>
              <a:t>, </a:t>
            </a:r>
            <a:r>
              <a:rPr dirty="0" err="1"/>
              <a:t>face_recognition</a:t>
            </a:r>
            <a:r>
              <a:rPr dirty="0"/>
              <a:t> </a:t>
            </a:r>
            <a:r>
              <a:rPr lang="en-US" dirty="0" smtClean="0"/>
              <a:t>library</a:t>
            </a:r>
            <a:r>
              <a:rPr dirty="0" smtClean="0"/>
              <a:t>(</a:t>
            </a:r>
            <a:r>
              <a:rPr dirty="0" err="1" smtClean="0"/>
              <a:t>dlib</a:t>
            </a:r>
            <a:r>
              <a:rPr dirty="0" smtClean="0"/>
              <a:t>)</a:t>
            </a:r>
            <a:endParaRPr lang="en-US" dirty="0" smtClean="0"/>
          </a:p>
          <a:p>
            <a:pPr lvl="1"/>
            <a:r>
              <a:rPr lang="en-US" b="1" dirty="0" err="1" smtClean="0"/>
              <a:t>Plateform</a:t>
            </a:r>
            <a:r>
              <a:rPr lang="en-US" dirty="0" smtClean="0"/>
              <a:t> : VS CODE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Manual Roll-Call:</a:t>
            </a:r>
          </a:p>
          <a:p>
            <a:pPr lvl="1"/>
            <a:r>
              <a:rPr sz="2000" dirty="0"/>
              <a:t>Faculty calling names or passing around sheets during class</a:t>
            </a:r>
            <a:r>
              <a:rPr sz="2000" dirty="0" smtClean="0"/>
              <a:t>.</a:t>
            </a:r>
            <a:endParaRPr lang="en-US" sz="2000" dirty="0" smtClean="0"/>
          </a:p>
          <a:p>
            <a:pPr lvl="1"/>
            <a:endParaRPr sz="2000" dirty="0"/>
          </a:p>
          <a:p>
            <a:r>
              <a:rPr sz="2000" b="1" dirty="0"/>
              <a:t>Legacy ERP Entry:</a:t>
            </a:r>
          </a:p>
          <a:p>
            <a:pPr lvl="1"/>
            <a:r>
              <a:rPr sz="2000" dirty="0"/>
              <a:t>Faculty manually entering data into portals after class</a:t>
            </a:r>
            <a:r>
              <a:rPr sz="2000" dirty="0" smtClean="0"/>
              <a:t>.</a:t>
            </a:r>
            <a:endParaRPr lang="en-US" sz="2000" dirty="0" smtClean="0"/>
          </a:p>
          <a:p>
            <a:pPr lvl="1"/>
            <a:endParaRPr sz="2000" dirty="0"/>
          </a:p>
          <a:p>
            <a:r>
              <a:rPr sz="2000" b="1" dirty="0"/>
              <a:t>Traditional Biometrics:</a:t>
            </a:r>
          </a:p>
          <a:p>
            <a:pPr lvl="1"/>
            <a:r>
              <a:rPr sz="2000" dirty="0"/>
              <a:t>Shared RFID cards or fingerprint scanners at classroom doors.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Areas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Time Consumption: </a:t>
            </a:r>
            <a:r>
              <a:rPr dirty="0"/>
              <a:t>Wastes 5-10 minutes of valuable instructional time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  <a:p>
            <a:r>
              <a:rPr b="1" dirty="0"/>
              <a:t>Proxy Attendance</a:t>
            </a:r>
            <a:r>
              <a:rPr dirty="0"/>
              <a:t>: High risk of buddy punching (fake attendance</a:t>
            </a:r>
            <a:r>
              <a:rPr dirty="0" smtClean="0"/>
              <a:t>).</a:t>
            </a:r>
            <a:endParaRPr lang="en-US" dirty="0" smtClean="0"/>
          </a:p>
          <a:p>
            <a:endParaRPr dirty="0"/>
          </a:p>
          <a:p>
            <a:r>
              <a:rPr b="1" dirty="0"/>
              <a:t>Administrative Burden: </a:t>
            </a:r>
            <a:r>
              <a:rPr dirty="0"/>
              <a:t>Manual percentage calculations and absentee management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  <a:p>
            <a:r>
              <a:rPr b="1" dirty="0"/>
              <a:t>Hygiene &amp; Bottlenecks: </a:t>
            </a:r>
            <a:r>
              <a:rPr dirty="0"/>
              <a:t>Fingerprint scanners create long queues and pose hygiene concerns.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Need for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b="1" dirty="0"/>
              <a:t>Complete Automation:</a:t>
            </a:r>
          </a:p>
          <a:p>
            <a:pPr lvl="1"/>
            <a:r>
              <a:rPr dirty="0"/>
              <a:t>Zero-touch, self-service attendance linked to live class schedules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Uncompromised Security:</a:t>
            </a:r>
          </a:p>
          <a:p>
            <a:pPr lvl="1"/>
            <a:r>
              <a:rPr dirty="0"/>
              <a:t>Advanced anti-spoofing pipeline ensures strict liveness detection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High Precision Accuracy:</a:t>
            </a:r>
          </a:p>
          <a:p>
            <a:pPr lvl="1"/>
            <a:r>
              <a:rPr dirty="0"/>
              <a:t>Deep learning-based 128-d face encodings provide highly accurate matches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Real-Time Analytics</a:t>
            </a:r>
            <a:r>
              <a:rPr sz="1600" dirty="0"/>
              <a:t>:</a:t>
            </a:r>
          </a:p>
          <a:p>
            <a:pPr lvl="1"/>
            <a:r>
              <a:rPr dirty="0"/>
              <a:t>Instant, role-based dashboards for students and faculty.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2740747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6600" b="1" dirty="0"/>
              <a:t>System Flow</a:t>
            </a:r>
            <a:r>
              <a:rPr lang="en-US" sz="6600" b="1" dirty="0"/>
              <a:t> Diagram</a:t>
            </a:r>
            <a:endParaRPr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2400"/>
            <a:ext cx="10058400" cy="6497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824" y="3126010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8000" dirty="0" smtClean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12993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254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Wisp</vt:lpstr>
      <vt:lpstr>Smart Attendance System</vt:lpstr>
      <vt:lpstr>Introduction</vt:lpstr>
      <vt:lpstr>Existing System</vt:lpstr>
      <vt:lpstr>Problem Areas of Existing System</vt:lpstr>
      <vt:lpstr>Need for the New System</vt:lpstr>
      <vt:lpstr>System Flow Diagram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System</dc:title>
  <dc:subject/>
  <dc:creator>Ashish Vaghasiya</dc:creator>
  <cp:keywords/>
  <dc:description>generated using python-pptx</dc:description>
  <cp:lastModifiedBy>SHREE RADHE</cp:lastModifiedBy>
  <cp:revision>9</cp:revision>
  <dcterms:created xsi:type="dcterms:W3CDTF">2013-01-27T09:14:16Z</dcterms:created>
  <dcterms:modified xsi:type="dcterms:W3CDTF">2026-08-18T12:59:09Z</dcterms:modified>
  <cp:category/>
</cp:coreProperties>
</file>